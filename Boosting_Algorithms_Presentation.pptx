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74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Understanding Boosting Algorithms in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Introduction to AdaBoost, Gradient Boosting, and </a:t>
            </a:r>
            <a:r>
              <a:rPr dirty="0" err="1"/>
              <a:t>XGBoost</a:t>
            </a:r>
            <a:endParaRPr dirty="0"/>
          </a:p>
          <a:p>
            <a:r>
              <a:rPr dirty="0"/>
              <a:t>Presented by: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Boosting is an ensemble technique in machine learning.</a:t>
            </a:r>
          </a:p>
          <a:p>
            <a:r>
              <a:t>Combines multiple weak learners to form a strong learner.</a:t>
            </a:r>
          </a:p>
          <a:p>
            <a:r>
              <a:t>Focuses on correcting the mistakes made by previous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learning process.</a:t>
            </a:r>
          </a:p>
          <a:p>
            <a:r>
              <a:t>Emphasizes misclassified data points.</a:t>
            </a:r>
          </a:p>
          <a:p>
            <a:r>
              <a:t>Reduces bias and variance.</a:t>
            </a:r>
          </a:p>
          <a:p>
            <a:r>
              <a:t>Used for classification and regression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Boosting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AdaBoost (Adaptive Boosting)</a:t>
            </a:r>
          </a:p>
          <a:p>
            <a:r>
              <a:t>Gradient Boosting Machines (GBM)</a:t>
            </a:r>
          </a:p>
          <a:p>
            <a:r>
              <a:t>XGBoost (Extreme Gradient Boosting)</a:t>
            </a:r>
          </a:p>
          <a:p>
            <a:r>
              <a:t>LightGBM</a:t>
            </a:r>
          </a:p>
          <a:p>
            <a:r>
              <a:t>CatBoost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decision stumps as weak learners.</a:t>
            </a:r>
          </a:p>
          <a:p>
            <a:r>
              <a:t>Adjusts weights on misclassified samples.</a:t>
            </a:r>
          </a:p>
          <a:p>
            <a:r>
              <a:t>Final prediction: weighted vote of all learners.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Gradient Boosting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Optimizes loss function using gradient descent.</a:t>
            </a:r>
          </a:p>
          <a:p>
            <a:r>
              <a:t>Builds trees sequentially to minimize residuals.</a:t>
            </a:r>
          </a:p>
          <a:p>
            <a:r>
              <a:t>More flexible than AdaBoost.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and scalable implementation of gradient boosting.</a:t>
            </a:r>
          </a:p>
          <a:p>
            <a:r>
              <a:t>Features: regularization, parallel processing, handling missing values.</a:t>
            </a:r>
          </a:p>
          <a:p>
            <a:r>
              <a:t>Widely used in Kaggle competitions.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Algorithm | Speed | Accuracy | Overfitting | Usage</a:t>
            </a:r>
          </a:p>
          <a:p>
            <a:r>
              <a:t>AdaBoost | Fast | Moderate | Low | Simple tasks</a:t>
            </a:r>
          </a:p>
          <a:p>
            <a:r>
              <a:t>GBM | Medium | High | Moderate | Complex data</a:t>
            </a:r>
          </a:p>
          <a:p>
            <a:r>
              <a:t>XGBoost | Fast | Very High | Low | Real-world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 and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✅ Pros:</a:t>
            </a:r>
          </a:p>
          <a:p>
            <a:r>
              <a:rPr dirty="0"/>
              <a:t>• High accuracy</a:t>
            </a:r>
          </a:p>
          <a:p>
            <a:r>
              <a:rPr dirty="0"/>
              <a:t>• Reduces bias</a:t>
            </a:r>
          </a:p>
          <a:p>
            <a:r>
              <a:rPr dirty="0"/>
              <a:t>• Works well with imbalanced data</a:t>
            </a:r>
          </a:p>
          <a:p>
            <a:endParaRPr dirty="0"/>
          </a:p>
          <a:p>
            <a:r>
              <a:rPr dirty="0"/>
              <a:t>❌ Cons:</a:t>
            </a:r>
          </a:p>
          <a:p>
            <a:r>
              <a:rPr dirty="0"/>
              <a:t>• Can overfit if not tuned</a:t>
            </a:r>
          </a:p>
          <a:p>
            <a:r>
              <a:rPr dirty="0"/>
              <a:t>• Computationally intensive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scoring</a:t>
            </a:r>
          </a:p>
          <a:p>
            <a:r>
              <a:t>Fraud detection</a:t>
            </a:r>
          </a:p>
          <a:p>
            <a:r>
              <a:t>Customer churn prediction</a:t>
            </a:r>
          </a:p>
          <a:p>
            <a:r>
              <a:t>Medical diagnosis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Boosting = sequential ensemble learning.</a:t>
            </a:r>
          </a:p>
          <a:p>
            <a:r>
              <a:t>Best for improving model performance on complex datasets.</a:t>
            </a:r>
          </a:p>
          <a:p>
            <a:r>
              <a:t>Popular algorithms: AdaBoost, GBM, XGBoost.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 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287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Understanding Boosting Algorithms in Machine Learning</vt:lpstr>
      <vt:lpstr>What is Boosting?</vt:lpstr>
      <vt:lpstr>Key Characteristics</vt:lpstr>
      <vt:lpstr>Types of Boosting Algorithms</vt:lpstr>
      <vt:lpstr>AdaBoost</vt:lpstr>
      <vt:lpstr>Gradient Boosting</vt:lpstr>
      <vt:lpstr>XGBoost</vt:lpstr>
      <vt:lpstr>Comparison Table</vt:lpstr>
      <vt:lpstr>Pros and Cons</vt:lpstr>
      <vt:lpstr>Real-World Applications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Boosting Algorithms in Machine Learning</dc:title>
  <dc:subject/>
  <dc:creator/>
  <cp:keywords/>
  <dc:description>generated using python-pptx</dc:description>
  <cp:lastModifiedBy>Ganesan ERSS</cp:lastModifiedBy>
  <cp:revision>1</cp:revision>
  <dcterms:created xsi:type="dcterms:W3CDTF">2013-01-27T09:14:16Z</dcterms:created>
  <dcterms:modified xsi:type="dcterms:W3CDTF">2025-05-01T20:35:17Z</dcterms:modified>
  <cp:category/>
</cp:coreProperties>
</file>